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  <p:transition spd="med" advClick="1">
    <p:push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