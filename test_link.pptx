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action="ppaction://hlinksldjump" r:id="rId2"/>
          </p:cNvPr>
          <p:cNvSpPr/>
          <p:nvPr/>
        </p:nvSpPr>
        <p:spPr>
          <a:xfrm>
            <a:off x="914400" y="9144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